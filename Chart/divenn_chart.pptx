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790" y="-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A2876-DABE-4167-A7D2-ED22F4BA355F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C2E9-046E-4C33-8472-4C0D7BC72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5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A2876-DABE-4167-A7D2-ED22F4BA355F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C2E9-046E-4C33-8472-4C0D7BC72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9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A2876-DABE-4167-A7D2-ED22F4BA355F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C2E9-046E-4C33-8472-4C0D7BC72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42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A2876-DABE-4167-A7D2-ED22F4BA355F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C2E9-046E-4C33-8472-4C0D7BC72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31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A2876-DABE-4167-A7D2-ED22F4BA355F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C2E9-046E-4C33-8472-4C0D7BC72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35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A2876-DABE-4167-A7D2-ED22F4BA355F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C2E9-046E-4C33-8472-4C0D7BC72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1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A2876-DABE-4167-A7D2-ED22F4BA355F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C2E9-046E-4C33-8472-4C0D7BC72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90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A2876-DABE-4167-A7D2-ED22F4BA355F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C2E9-046E-4C33-8472-4C0D7BC72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A2876-DABE-4167-A7D2-ED22F4BA355F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C2E9-046E-4C33-8472-4C0D7BC72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10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A2876-DABE-4167-A7D2-ED22F4BA355F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C2E9-046E-4C33-8472-4C0D7BC72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7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A2876-DABE-4167-A7D2-ED22F4BA355F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C2E9-046E-4C33-8472-4C0D7BC72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24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A2876-DABE-4167-A7D2-ED22F4BA355F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B0C2E9-046E-4C33-8472-4C0D7BC72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5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05DCFC-A6E7-4985-6D10-F48BE90E7277}"/>
              </a:ext>
            </a:extLst>
          </p:cNvPr>
          <p:cNvSpPr/>
          <p:nvPr/>
        </p:nvSpPr>
        <p:spPr>
          <a:xfrm>
            <a:off x="537882" y="519953"/>
            <a:ext cx="2115671" cy="537882"/>
          </a:xfrm>
          <a:prstGeom prst="roundRect">
            <a:avLst>
              <a:gd name="adj" fmla="val 1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GSE219036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B0F15F-A515-7ADE-97A0-2984662EEADD}"/>
              </a:ext>
            </a:extLst>
          </p:cNvPr>
          <p:cNvCxnSpPr>
            <a:cxnSpLocks/>
          </p:cNvCxnSpPr>
          <p:nvPr/>
        </p:nvCxnSpPr>
        <p:spPr>
          <a:xfrm>
            <a:off x="878541" y="1057835"/>
            <a:ext cx="0" cy="44331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4C32C9-4177-4E4B-F05F-A686E331938F}"/>
              </a:ext>
            </a:extLst>
          </p:cNvPr>
          <p:cNvCxnSpPr/>
          <p:nvPr/>
        </p:nvCxnSpPr>
        <p:spPr>
          <a:xfrm>
            <a:off x="878541" y="1821180"/>
            <a:ext cx="1730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AE9A39C-744F-7E93-478D-C90BF4C01B82}"/>
              </a:ext>
            </a:extLst>
          </p:cNvPr>
          <p:cNvSpPr txBox="1"/>
          <p:nvPr/>
        </p:nvSpPr>
        <p:spPr>
          <a:xfrm>
            <a:off x="965050" y="1636514"/>
            <a:ext cx="184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Colon Organoids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824D60-AD4F-3AE8-A99A-BBFA7841F632}"/>
              </a:ext>
            </a:extLst>
          </p:cNvPr>
          <p:cNvCxnSpPr>
            <a:cxnSpLocks/>
          </p:cNvCxnSpPr>
          <p:nvPr/>
        </p:nvCxnSpPr>
        <p:spPr>
          <a:xfrm>
            <a:off x="1120140" y="1912620"/>
            <a:ext cx="0" cy="1427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118AF7E-F58B-D6A8-A6A9-E65B9C8033BB}"/>
              </a:ext>
            </a:extLst>
          </p:cNvPr>
          <p:cNvCxnSpPr>
            <a:cxnSpLocks/>
          </p:cNvCxnSpPr>
          <p:nvPr/>
        </p:nvCxnSpPr>
        <p:spPr>
          <a:xfrm>
            <a:off x="1120140" y="2051565"/>
            <a:ext cx="1730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1EBB283-2065-C931-4FEB-363E35817A4C}"/>
              </a:ext>
            </a:extLst>
          </p:cNvPr>
          <p:cNvCxnSpPr>
            <a:cxnSpLocks/>
          </p:cNvCxnSpPr>
          <p:nvPr/>
        </p:nvCxnSpPr>
        <p:spPr>
          <a:xfrm>
            <a:off x="1379219" y="2203073"/>
            <a:ext cx="0" cy="2300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1CE0CF7-ECF6-68AE-F744-AC7BDC1A12E6}"/>
              </a:ext>
            </a:extLst>
          </p:cNvPr>
          <p:cNvSpPr txBox="1"/>
          <p:nvPr/>
        </p:nvSpPr>
        <p:spPr>
          <a:xfrm>
            <a:off x="1219201" y="1893594"/>
            <a:ext cx="1844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Treatment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EF9B2C-539C-1AFA-1D05-37860A687352}"/>
              </a:ext>
            </a:extLst>
          </p:cNvPr>
          <p:cNvSpPr txBox="1"/>
          <p:nvPr/>
        </p:nvSpPr>
        <p:spPr>
          <a:xfrm>
            <a:off x="1470661" y="2283172"/>
            <a:ext cx="1844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Mock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2F4979-7AA4-B11E-BA18-E615D6F53D09}"/>
              </a:ext>
            </a:extLst>
          </p:cNvPr>
          <p:cNvSpPr txBox="1"/>
          <p:nvPr/>
        </p:nvSpPr>
        <p:spPr>
          <a:xfrm>
            <a:off x="1470661" y="2836211"/>
            <a:ext cx="1844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Clade </a:t>
            </a:r>
            <a:r>
              <a:rPr lang="en-US" sz="1600" dirty="0" err="1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IIa</a:t>
            </a:r>
            <a:endParaRPr lang="en-US" sz="1600" dirty="0">
              <a:latin typeface="Times New Roman" panose="02020603050405020304" pitchFamily="18" charset="0"/>
              <a:ea typeface="Roboto Cn" pitchFamily="2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C77EE9-2013-088F-8EBA-607FB24942D2}"/>
              </a:ext>
            </a:extLst>
          </p:cNvPr>
          <p:cNvSpPr txBox="1"/>
          <p:nvPr/>
        </p:nvSpPr>
        <p:spPr>
          <a:xfrm>
            <a:off x="1470661" y="3521059"/>
            <a:ext cx="1844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Clade IIb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9EF775-688C-9ABD-082C-DB8A0B15A8A0}"/>
              </a:ext>
            </a:extLst>
          </p:cNvPr>
          <p:cNvSpPr txBox="1"/>
          <p:nvPr/>
        </p:nvSpPr>
        <p:spPr>
          <a:xfrm>
            <a:off x="1470661" y="4306216"/>
            <a:ext cx="1844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Clade 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6A49A2-2EF4-8A13-29A7-2F63F549064C}"/>
              </a:ext>
            </a:extLst>
          </p:cNvPr>
          <p:cNvSpPr txBox="1"/>
          <p:nvPr/>
        </p:nvSpPr>
        <p:spPr>
          <a:xfrm>
            <a:off x="1731533" y="4644770"/>
            <a:ext cx="1844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clade I vs mock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7CE2F7-4E38-7BBA-03AE-B2E9E53E2795}"/>
              </a:ext>
            </a:extLst>
          </p:cNvPr>
          <p:cNvSpPr txBox="1"/>
          <p:nvPr/>
        </p:nvSpPr>
        <p:spPr>
          <a:xfrm>
            <a:off x="1595717" y="3194023"/>
            <a:ext cx="1844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clade </a:t>
            </a:r>
            <a:r>
              <a:rPr lang="en-US" sz="1400" dirty="0" err="1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IIa</a:t>
            </a:r>
            <a:r>
              <a:rPr lang="en-US" sz="14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 vs mock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9BFDEA-D723-11BF-D97D-75E9D9FCF639}"/>
              </a:ext>
            </a:extLst>
          </p:cNvPr>
          <p:cNvSpPr txBox="1"/>
          <p:nvPr/>
        </p:nvSpPr>
        <p:spPr>
          <a:xfrm>
            <a:off x="1595717" y="3926168"/>
            <a:ext cx="1844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clade IIb vs mock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4C6F56B-86E3-A50A-3466-0C1B50F5E820}"/>
              </a:ext>
            </a:extLst>
          </p:cNvPr>
          <p:cNvCxnSpPr>
            <a:cxnSpLocks/>
          </p:cNvCxnSpPr>
          <p:nvPr/>
        </p:nvCxnSpPr>
        <p:spPr>
          <a:xfrm>
            <a:off x="1376193" y="3026925"/>
            <a:ext cx="1730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A7FE063-1DC7-B3A4-9381-4411DFCAC00E}"/>
              </a:ext>
            </a:extLst>
          </p:cNvPr>
          <p:cNvCxnSpPr>
            <a:cxnSpLocks/>
          </p:cNvCxnSpPr>
          <p:nvPr/>
        </p:nvCxnSpPr>
        <p:spPr>
          <a:xfrm>
            <a:off x="1376193" y="4503300"/>
            <a:ext cx="1730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216CF5F-64F4-DD60-2A8D-3D3A13FB1D08}"/>
              </a:ext>
            </a:extLst>
          </p:cNvPr>
          <p:cNvCxnSpPr>
            <a:cxnSpLocks/>
          </p:cNvCxnSpPr>
          <p:nvPr/>
        </p:nvCxnSpPr>
        <p:spPr>
          <a:xfrm>
            <a:off x="1376193" y="3712725"/>
            <a:ext cx="1730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567BA9F-7A8E-B15E-112C-0287E264BDC9}"/>
              </a:ext>
            </a:extLst>
          </p:cNvPr>
          <p:cNvCxnSpPr>
            <a:cxnSpLocks/>
          </p:cNvCxnSpPr>
          <p:nvPr/>
        </p:nvCxnSpPr>
        <p:spPr>
          <a:xfrm>
            <a:off x="1379219" y="2478285"/>
            <a:ext cx="1730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A6368C1-19D8-7515-A9C3-D61E8EA1FF94}"/>
              </a:ext>
            </a:extLst>
          </p:cNvPr>
          <p:cNvGrpSpPr/>
          <p:nvPr/>
        </p:nvGrpSpPr>
        <p:grpSpPr>
          <a:xfrm>
            <a:off x="1593029" y="3110234"/>
            <a:ext cx="173018" cy="142780"/>
            <a:chOff x="1272540" y="2065020"/>
            <a:chExt cx="173018" cy="14278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2AC8BAC-CB61-965B-A3EF-0B69DC4AB3D5}"/>
                </a:ext>
              </a:extLst>
            </p:cNvPr>
            <p:cNvCxnSpPr>
              <a:cxnSpLocks/>
            </p:cNvCxnSpPr>
            <p:nvPr/>
          </p:nvCxnSpPr>
          <p:spPr>
            <a:xfrm>
              <a:off x="1272540" y="2065020"/>
              <a:ext cx="0" cy="1427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273DCF5-22DF-F6B9-B11C-1085EF9BF32C}"/>
                </a:ext>
              </a:extLst>
            </p:cNvPr>
            <p:cNvCxnSpPr>
              <a:cxnSpLocks/>
            </p:cNvCxnSpPr>
            <p:nvPr/>
          </p:nvCxnSpPr>
          <p:spPr>
            <a:xfrm>
              <a:off x="1272540" y="2203965"/>
              <a:ext cx="1730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595D3D1-E620-2B3D-8EF8-2E0FCDB9E2FC}"/>
              </a:ext>
            </a:extLst>
          </p:cNvPr>
          <p:cNvGrpSpPr/>
          <p:nvPr/>
        </p:nvGrpSpPr>
        <p:grpSpPr>
          <a:xfrm>
            <a:off x="1617009" y="3788064"/>
            <a:ext cx="173018" cy="142780"/>
            <a:chOff x="1272540" y="2065020"/>
            <a:chExt cx="173018" cy="142780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BEC7EDA-47A7-C5F0-3A38-BF91382449F5}"/>
                </a:ext>
              </a:extLst>
            </p:cNvPr>
            <p:cNvCxnSpPr>
              <a:cxnSpLocks/>
            </p:cNvCxnSpPr>
            <p:nvPr/>
          </p:nvCxnSpPr>
          <p:spPr>
            <a:xfrm>
              <a:off x="1272540" y="2065020"/>
              <a:ext cx="0" cy="1427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F8BC506-6EC7-D4CC-E2A8-CFADC639A36A}"/>
                </a:ext>
              </a:extLst>
            </p:cNvPr>
            <p:cNvCxnSpPr>
              <a:cxnSpLocks/>
            </p:cNvCxnSpPr>
            <p:nvPr/>
          </p:nvCxnSpPr>
          <p:spPr>
            <a:xfrm>
              <a:off x="1272540" y="2203965"/>
              <a:ext cx="1730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E4E9AF6-00F2-E71A-5B7B-F2392E3BC508}"/>
              </a:ext>
            </a:extLst>
          </p:cNvPr>
          <p:cNvGrpSpPr/>
          <p:nvPr/>
        </p:nvGrpSpPr>
        <p:grpSpPr>
          <a:xfrm>
            <a:off x="1595717" y="4596477"/>
            <a:ext cx="135816" cy="237376"/>
            <a:chOff x="1272540" y="2065020"/>
            <a:chExt cx="173018" cy="142780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7CB6552-7A33-3117-84B8-6F0ABE754F89}"/>
                </a:ext>
              </a:extLst>
            </p:cNvPr>
            <p:cNvCxnSpPr>
              <a:cxnSpLocks/>
            </p:cNvCxnSpPr>
            <p:nvPr/>
          </p:nvCxnSpPr>
          <p:spPr>
            <a:xfrm>
              <a:off x="1272540" y="2065020"/>
              <a:ext cx="0" cy="1427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09F7E5C-2401-4804-A721-042D09299B7C}"/>
                </a:ext>
              </a:extLst>
            </p:cNvPr>
            <p:cNvCxnSpPr>
              <a:cxnSpLocks/>
            </p:cNvCxnSpPr>
            <p:nvPr/>
          </p:nvCxnSpPr>
          <p:spPr>
            <a:xfrm>
              <a:off x="1272540" y="2203965"/>
              <a:ext cx="1730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79C3749-9BF7-F547-89E1-C92FF798BA19}"/>
              </a:ext>
            </a:extLst>
          </p:cNvPr>
          <p:cNvCxnSpPr/>
          <p:nvPr/>
        </p:nvCxnSpPr>
        <p:spPr>
          <a:xfrm>
            <a:off x="897678" y="5490958"/>
            <a:ext cx="1730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0AB44FA5-051A-7EC7-EEE6-040E86D6C000}"/>
              </a:ext>
            </a:extLst>
          </p:cNvPr>
          <p:cNvSpPr txBox="1"/>
          <p:nvPr/>
        </p:nvSpPr>
        <p:spPr>
          <a:xfrm>
            <a:off x="984187" y="5306292"/>
            <a:ext cx="184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Keratinocyte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D79BBAC-0C94-3D50-EDCA-148B67716442}"/>
              </a:ext>
            </a:extLst>
          </p:cNvPr>
          <p:cNvCxnSpPr>
            <a:cxnSpLocks/>
          </p:cNvCxnSpPr>
          <p:nvPr/>
        </p:nvCxnSpPr>
        <p:spPr>
          <a:xfrm>
            <a:off x="1139277" y="5582398"/>
            <a:ext cx="0" cy="1427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0B5F1C5-C6A6-7E2C-0BA1-8AE3413823E4}"/>
              </a:ext>
            </a:extLst>
          </p:cNvPr>
          <p:cNvCxnSpPr>
            <a:cxnSpLocks/>
          </p:cNvCxnSpPr>
          <p:nvPr/>
        </p:nvCxnSpPr>
        <p:spPr>
          <a:xfrm>
            <a:off x="1139277" y="5721343"/>
            <a:ext cx="1730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2C4034E-C0A3-A872-4F34-770A7A9C99A6}"/>
              </a:ext>
            </a:extLst>
          </p:cNvPr>
          <p:cNvCxnSpPr>
            <a:cxnSpLocks/>
          </p:cNvCxnSpPr>
          <p:nvPr/>
        </p:nvCxnSpPr>
        <p:spPr>
          <a:xfrm>
            <a:off x="1398356" y="5872851"/>
            <a:ext cx="0" cy="2300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8B1CE33-C41F-9CF2-3394-400E33B0F0C8}"/>
              </a:ext>
            </a:extLst>
          </p:cNvPr>
          <p:cNvSpPr txBox="1"/>
          <p:nvPr/>
        </p:nvSpPr>
        <p:spPr>
          <a:xfrm>
            <a:off x="1238338" y="5563372"/>
            <a:ext cx="1844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Treatment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83610D8-C18B-92E8-4815-C4F3792016B6}"/>
              </a:ext>
            </a:extLst>
          </p:cNvPr>
          <p:cNvSpPr txBox="1"/>
          <p:nvPr/>
        </p:nvSpPr>
        <p:spPr>
          <a:xfrm>
            <a:off x="1489798" y="5952950"/>
            <a:ext cx="1844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Mock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2FB5488-119C-EACB-D587-4FC47E3106A3}"/>
              </a:ext>
            </a:extLst>
          </p:cNvPr>
          <p:cNvSpPr txBox="1"/>
          <p:nvPr/>
        </p:nvSpPr>
        <p:spPr>
          <a:xfrm>
            <a:off x="1489798" y="6505989"/>
            <a:ext cx="1844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Clade </a:t>
            </a:r>
            <a:r>
              <a:rPr lang="en-US" sz="1600" dirty="0" err="1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IIa</a:t>
            </a:r>
            <a:endParaRPr lang="en-US" sz="1600" dirty="0">
              <a:latin typeface="Times New Roman" panose="02020603050405020304" pitchFamily="18" charset="0"/>
              <a:ea typeface="Roboto Cn" pitchFamily="2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0F6A046-8EED-E43C-49CB-EA0C765FCA41}"/>
              </a:ext>
            </a:extLst>
          </p:cNvPr>
          <p:cNvSpPr txBox="1"/>
          <p:nvPr/>
        </p:nvSpPr>
        <p:spPr>
          <a:xfrm>
            <a:off x="1489798" y="7190837"/>
            <a:ext cx="1844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Clade IIb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90C8C11-EF11-69BD-363F-3710CAEB1D03}"/>
              </a:ext>
            </a:extLst>
          </p:cNvPr>
          <p:cNvSpPr txBox="1"/>
          <p:nvPr/>
        </p:nvSpPr>
        <p:spPr>
          <a:xfrm>
            <a:off x="1489798" y="7975994"/>
            <a:ext cx="1844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Clade I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8044C64-F24A-2C62-D330-759A9889F750}"/>
              </a:ext>
            </a:extLst>
          </p:cNvPr>
          <p:cNvSpPr txBox="1"/>
          <p:nvPr/>
        </p:nvSpPr>
        <p:spPr>
          <a:xfrm>
            <a:off x="1750670" y="8314548"/>
            <a:ext cx="1844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clade I vs mock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CA3456B-C109-AED8-5167-FE4FDE6CB0F3}"/>
              </a:ext>
            </a:extLst>
          </p:cNvPr>
          <p:cNvSpPr txBox="1"/>
          <p:nvPr/>
        </p:nvSpPr>
        <p:spPr>
          <a:xfrm>
            <a:off x="1614854" y="6863801"/>
            <a:ext cx="1844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clade </a:t>
            </a:r>
            <a:r>
              <a:rPr lang="en-US" sz="1400" dirty="0" err="1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IIa</a:t>
            </a:r>
            <a:r>
              <a:rPr lang="en-US" sz="14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 vs mock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C9BBB4F-EA5C-A7E2-BF79-45A83CB59BE6}"/>
              </a:ext>
            </a:extLst>
          </p:cNvPr>
          <p:cNvSpPr txBox="1"/>
          <p:nvPr/>
        </p:nvSpPr>
        <p:spPr>
          <a:xfrm>
            <a:off x="1614854" y="7595946"/>
            <a:ext cx="1844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Roboto Cn" pitchFamily="2" charset="0"/>
                <a:cs typeface="Times New Roman" panose="02020603050405020304" pitchFamily="18" charset="0"/>
              </a:rPr>
              <a:t>clade IIb vs mock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47DAEB9-C68C-2AE4-5AC7-548E198F06FD}"/>
              </a:ext>
            </a:extLst>
          </p:cNvPr>
          <p:cNvCxnSpPr>
            <a:cxnSpLocks/>
          </p:cNvCxnSpPr>
          <p:nvPr/>
        </p:nvCxnSpPr>
        <p:spPr>
          <a:xfrm>
            <a:off x="1395330" y="6696703"/>
            <a:ext cx="1730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EEC4E5F-26BA-66A4-6A8A-7295363D84A7}"/>
              </a:ext>
            </a:extLst>
          </p:cNvPr>
          <p:cNvCxnSpPr>
            <a:cxnSpLocks/>
          </p:cNvCxnSpPr>
          <p:nvPr/>
        </p:nvCxnSpPr>
        <p:spPr>
          <a:xfrm>
            <a:off x="1395330" y="8173078"/>
            <a:ext cx="1730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6DD8639-6D36-D039-5F18-3B709F0F568A}"/>
              </a:ext>
            </a:extLst>
          </p:cNvPr>
          <p:cNvCxnSpPr>
            <a:cxnSpLocks/>
          </p:cNvCxnSpPr>
          <p:nvPr/>
        </p:nvCxnSpPr>
        <p:spPr>
          <a:xfrm>
            <a:off x="1395330" y="7382503"/>
            <a:ext cx="1730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D9422AF-E256-FB9C-BF1B-EE988D227D39}"/>
              </a:ext>
            </a:extLst>
          </p:cNvPr>
          <p:cNvCxnSpPr>
            <a:cxnSpLocks/>
          </p:cNvCxnSpPr>
          <p:nvPr/>
        </p:nvCxnSpPr>
        <p:spPr>
          <a:xfrm>
            <a:off x="1398356" y="6148063"/>
            <a:ext cx="1730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1E8D52A-B770-FEA5-3E97-22E64A0EFCEE}"/>
              </a:ext>
            </a:extLst>
          </p:cNvPr>
          <p:cNvGrpSpPr/>
          <p:nvPr/>
        </p:nvGrpSpPr>
        <p:grpSpPr>
          <a:xfrm>
            <a:off x="1612166" y="6780012"/>
            <a:ext cx="173018" cy="142780"/>
            <a:chOff x="1272540" y="2065020"/>
            <a:chExt cx="173018" cy="142780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3496D4FA-9812-8827-B4FD-3D55251BFDAD}"/>
                </a:ext>
              </a:extLst>
            </p:cNvPr>
            <p:cNvCxnSpPr>
              <a:cxnSpLocks/>
            </p:cNvCxnSpPr>
            <p:nvPr/>
          </p:nvCxnSpPr>
          <p:spPr>
            <a:xfrm>
              <a:off x="1272540" y="2065020"/>
              <a:ext cx="0" cy="1427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2822826-AC77-6040-75CB-4540BEEFF0A2}"/>
                </a:ext>
              </a:extLst>
            </p:cNvPr>
            <p:cNvCxnSpPr>
              <a:cxnSpLocks/>
            </p:cNvCxnSpPr>
            <p:nvPr/>
          </p:nvCxnSpPr>
          <p:spPr>
            <a:xfrm>
              <a:off x="1272540" y="2203965"/>
              <a:ext cx="1730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0036F84-0516-16C6-4F8A-1EBA70877776}"/>
              </a:ext>
            </a:extLst>
          </p:cNvPr>
          <p:cNvGrpSpPr/>
          <p:nvPr/>
        </p:nvGrpSpPr>
        <p:grpSpPr>
          <a:xfrm>
            <a:off x="1636146" y="7457842"/>
            <a:ext cx="173018" cy="142780"/>
            <a:chOff x="1272540" y="2065020"/>
            <a:chExt cx="173018" cy="142780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55B3957-D7F7-40EF-245F-3C66B893D20B}"/>
                </a:ext>
              </a:extLst>
            </p:cNvPr>
            <p:cNvCxnSpPr>
              <a:cxnSpLocks/>
            </p:cNvCxnSpPr>
            <p:nvPr/>
          </p:nvCxnSpPr>
          <p:spPr>
            <a:xfrm>
              <a:off x="1272540" y="2065020"/>
              <a:ext cx="0" cy="1427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D1DC1F3-3493-BFA2-57DA-60CD0E2E28E2}"/>
                </a:ext>
              </a:extLst>
            </p:cNvPr>
            <p:cNvCxnSpPr>
              <a:cxnSpLocks/>
            </p:cNvCxnSpPr>
            <p:nvPr/>
          </p:nvCxnSpPr>
          <p:spPr>
            <a:xfrm>
              <a:off x="1272540" y="2203965"/>
              <a:ext cx="1730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2EEAAD7-BE14-2E2D-E522-CE467B8E6872}"/>
              </a:ext>
            </a:extLst>
          </p:cNvPr>
          <p:cNvGrpSpPr/>
          <p:nvPr/>
        </p:nvGrpSpPr>
        <p:grpSpPr>
          <a:xfrm>
            <a:off x="1614854" y="8266255"/>
            <a:ext cx="173018" cy="142780"/>
            <a:chOff x="1272540" y="2065020"/>
            <a:chExt cx="173018" cy="142780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08E3858-AFA3-A999-C731-88CEF3439013}"/>
                </a:ext>
              </a:extLst>
            </p:cNvPr>
            <p:cNvCxnSpPr>
              <a:cxnSpLocks/>
            </p:cNvCxnSpPr>
            <p:nvPr/>
          </p:nvCxnSpPr>
          <p:spPr>
            <a:xfrm>
              <a:off x="1272540" y="2065020"/>
              <a:ext cx="0" cy="1427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90A342D-4076-CC9E-D864-6F2558383500}"/>
                </a:ext>
              </a:extLst>
            </p:cNvPr>
            <p:cNvCxnSpPr>
              <a:cxnSpLocks/>
            </p:cNvCxnSpPr>
            <p:nvPr/>
          </p:nvCxnSpPr>
          <p:spPr>
            <a:xfrm>
              <a:off x="1272540" y="2203965"/>
              <a:ext cx="1730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5186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117</TotalTime>
  <Words>44</Words>
  <Application>Microsoft Office PowerPoint</Application>
  <PresentationFormat>A3 Paper (297x420 mm)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Joy Prokash Debnath</dc:creator>
  <cp:lastModifiedBy>Joy Prokash Debnath</cp:lastModifiedBy>
  <cp:revision>1</cp:revision>
  <dcterms:created xsi:type="dcterms:W3CDTF">2023-11-14T11:38:24Z</dcterms:created>
  <dcterms:modified xsi:type="dcterms:W3CDTF">2023-11-14T13:35:41Z</dcterms:modified>
</cp:coreProperties>
</file>